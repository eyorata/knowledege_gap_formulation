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Commit Points and Retry-Safe Tool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618C"/>
                </a:solidFill>
              </a:defRPr>
            </a:pPr>
            <a:r>
              <a:t>Day 2 Standup Presentation | Eyoel Nebiyu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Project context: conversion_engine (HubSpot REST + MCP)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Presentation format: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1) My original gap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2) What my partner's explainer revealed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3) What I changed in my existing work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Why this matters: retries + side effects can create duplicate writes in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F5F8FC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934"/>
                </a:solidFill>
              </a:defRPr>
            </a:pPr>
            <a:r>
              <a:t>Speaker note: I will cover the gap, the key mechanism from the explainer, and the concrete changes I made.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1) My Original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I had retries, but no precise commit-point model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Unclear duplicate-risk boundary across: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- contact upsert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- note write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- booking linkage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Unclear REST vs MCP idempotency ownership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Risk: timeout + retry could create duplicate side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F5F8FC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934"/>
                </a:solidFill>
              </a:defRPr>
            </a:pPr>
            <a:r>
              <a:t>Speaker note: My gap was implementation-level: exactly where to commit and how to retry safely across both backends.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2) What My Partner's Explainer Revealed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Golden rule: commit point is the durable local state write, not API return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Commit chain: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PENDING -&gt; CONTACT_COMMITTED -&gt; NOTE_COMMITTED -&gt; BOOKING_COMMITTED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Retry behavior: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Before commit: retry same step with same idempotency key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After commit: skip completed step and continue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F5F8FC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934"/>
                </a:solidFill>
              </a:defRPr>
            </a:pPr>
            <a:r>
              <a:t>Speaker note: This gave me a deterministic resume model instead of generic retry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REST vs MCP Responsibility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REST mode: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Orchestrator generates key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Orchestrator attaches key to HTTP request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Orchestrator owns state + retry policy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MCP mode: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Orchestrator still generates/tracks key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Key passed via tool arguments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Tool path must preserve key semantics/dedup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F5F8FC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934"/>
                </a:solidFill>
              </a:defRPr>
            </a:pPr>
            <a:r>
              <a:t>Speaker note: MCP changes transport boundaries, not accountability for safe retries.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3) What I Changed in My 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Updated reliability framing: from 'we retry' to 'retry-safe by design'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Separated two concerns: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Operation idempotency: same key -&gt; same side effect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Workflow progression: resume from last committed step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Made backend ownership explicit in my Day 2 artifacts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Can now defend reliability claims with mechanism-level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F5F8FC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934"/>
                </a:solidFill>
              </a:defRPr>
            </a:pPr>
            <a:r>
              <a:t>Speaker note: The key improvement is auditability: I can now explain exactly why retries will not duplicate writes.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Most agent failures are boundary failures, not single-component failures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Model/planner can propose; side effects require deterministic ratification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For any side-effecting workflow, define: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- commit points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- idempotency key schema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- resume rules</a:t>
            </a:r>
          </a:p>
          <a:p>
            <a:pPr lvl="1">
              <a:spcAft>
                <a:spcPts val="1000"/>
              </a:spcAft>
              <a:defRPr sz="1800">
                <a:solidFill>
                  <a:srgbClr val="202934"/>
                </a:solidFill>
              </a:defRPr>
            </a:pPr>
            <a:r>
              <a:t>- backend ownership (REST vs MCP)</a:t>
            </a:r>
          </a:p>
          <a:p>
            <a:pPr>
              <a:spcAft>
                <a:spcPts val="1000"/>
              </a:spcAft>
              <a:defRPr sz="2200">
                <a:solidFill>
                  <a:srgbClr val="202934"/>
                </a:solidFill>
              </a:defRPr>
            </a:pPr>
            <a:r>
              <a:t>Result: safer production behavior under retries and partial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F5F8FC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934"/>
                </a:solidFill>
              </a:defRPr>
            </a:pPr>
            <a:r>
              <a:t>Speaker note: Closing message: reliability comes from clear commit boundaries plus stable idempotency semantics.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